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9"/>
    <p:restoredTop sz="94623"/>
  </p:normalViewPr>
  <p:slideViewPr>
    <p:cSldViewPr snapToGrid="0" showGuides="1">
      <p:cViewPr>
        <p:scale>
          <a:sx n="87" d="100"/>
          <a:sy n="87" d="100"/>
        </p:scale>
        <p:origin x="1728" y="8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C5ABF-93BF-34A3-21EF-6A548E006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9AD1F-1F19-B4C6-8C34-2337C7A1B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93B8C-1025-E46E-6D61-463E7DD2D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7C564-D7C1-FEB4-3B9E-BB8A35EC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BC4C1-A4E6-A151-E1B8-47205699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0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E1A2-D0CD-129D-E6C7-1FB36BA9E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D38D7-987B-0D02-0BCD-555305128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C314-95A6-F954-6D4E-99FA13B1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12CBA-A7D3-049C-3838-2798949D8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73C64-873C-3B69-5403-D9AC52FD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26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9D36F-4F22-1C91-7F61-DD3F7C696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A7CC2-18D0-4E4F-D524-6E9CA1715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9CE0D-CF0C-978F-DA6D-6CD0151B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F9693-3E24-B2D9-5930-23E4F635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665E1-D504-57EA-1CEF-E3321CBE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6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E774-6C33-8E45-8E06-D826D7EE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3378E-0FF4-1C17-1F97-C04AED944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ED417-620B-54D5-DC8E-9ECA39215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C22F5-C5E3-1A3C-2359-80ADF59E0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CE47C-69C2-37BF-A324-90AD8D1AC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B648A-76D1-5979-DA71-B2E63A54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2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8BAA-817E-3EBF-21ED-3DFCC08C1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A6507-87B8-392E-78A3-E08514B1E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177D7-50E0-E087-68C8-DB2512F22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53EFC7-971B-F3D8-7FA2-2BD7085C8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312AB-19C7-B2A4-7520-80E9389EAF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4D38D-D620-1547-F28B-95D35FC94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A9C101-751E-F747-4A5D-A3A28568E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8EE4B1-E329-FA0B-3BA1-FAF9C80A3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465F0-57D9-C16A-6FB9-92A51CF8D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37C466-D738-5FBC-49C2-7ABE03C80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A87C0-8630-FBCF-9743-F457D385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DE629-8029-A61B-0A0B-D2C6E8D3A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44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4ED8F-8E87-DBF2-8586-AE2BA281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B61D86-F395-894C-9DE2-136E5119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A6D8E-D1E1-BD78-25AB-561A8A50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1AB2-2919-184C-08AB-D01BB8F3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E8DD7-C0C5-2845-2322-8CBE54A51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E6FF3-A9F4-2A1B-994D-FCACF2C5E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4D84A-6038-0367-1D6F-C019D5A6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D8CCB-EF71-18E9-1578-D7C67B212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27F30-5613-3C2B-2BCE-933EAAE1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1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C10B-F0C6-161C-FAF9-734938A7C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0AD6D8-16EB-1A4D-382D-94EF8BAA02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3D0B4-4B5F-C68E-D0BB-41117DABD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A5AA3-FA9A-A6DE-2EFC-CA402B88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13059-E1B6-9043-29AA-B3B75FBA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3C5F-099E-C459-64F9-5115D2945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99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3E7A-9BD7-DF9C-7A0E-F11F1EC74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EC8FC7-BA9D-0D23-BB15-AC311A1DF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5FBDD-9CFA-A3F9-191C-1EDB0962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07B38-70C2-8F4D-A748-3BFBB1475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20D77-7A70-B818-6960-4CA54FBE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6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49C09B-62D0-2FDD-6C92-2488B8371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94237-055A-EB41-4D3B-09978329E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88EC8-3203-8FD4-0C07-C7D4663D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1B260-498D-518C-E608-14D5B92F2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0A3CC-A704-2793-C2C3-D641CFCC8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3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21D77-8880-E8FD-4927-F7BED0973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66407-0614-022A-660E-387690036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47BE5-D95F-EC57-8529-15213AD8D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C7B07-A814-1641-8AF5-F439CD6A131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C837E-3EF4-EE65-ACD9-4D056C3B5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17E96-59E7-03D8-65F4-5716E1182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B60A2-0713-104F-8B3A-FD6A9BBC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8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17" Type="http://schemas.openxmlformats.org/officeDocument/2006/relationships/image" Target="../media/image18.jpeg"/><Relationship Id="rId2" Type="http://schemas.openxmlformats.org/officeDocument/2006/relationships/image" Target="../media/image3.gif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jpe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F56729-8A33-21F8-9823-4EF069126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FE53B17-912D-4322-5EEB-28F03B4F669B}"/>
              </a:ext>
            </a:extLst>
          </p:cNvPr>
          <p:cNvSpPr/>
          <p:nvPr/>
        </p:nvSpPr>
        <p:spPr>
          <a:xfrm>
            <a:off x="1944414" y="3429000"/>
            <a:ext cx="3867807" cy="1132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601828-D9A1-2184-15D9-E8E501E69214}"/>
              </a:ext>
            </a:extLst>
          </p:cNvPr>
          <p:cNvSpPr/>
          <p:nvPr/>
        </p:nvSpPr>
        <p:spPr>
          <a:xfrm>
            <a:off x="6784428" y="5433848"/>
            <a:ext cx="2086303" cy="1350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70F65C-C84B-2E8A-9822-F76642A70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665" y="5335935"/>
            <a:ext cx="1448492" cy="14484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38A8B2F-6EE0-7438-7BBE-FFA16FC0E36A}"/>
              </a:ext>
            </a:extLst>
          </p:cNvPr>
          <p:cNvSpPr/>
          <p:nvPr/>
        </p:nvSpPr>
        <p:spPr>
          <a:xfrm>
            <a:off x="1944414" y="3581400"/>
            <a:ext cx="3387241" cy="2003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F7EBDE-E182-A3B8-F2AE-A9A04558EC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62" t="67861" r="56485" b="19617"/>
          <a:stretch/>
        </p:blipFill>
        <p:spPr>
          <a:xfrm>
            <a:off x="2087735" y="4263093"/>
            <a:ext cx="3286124" cy="85876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40326A8-01C0-CB87-01B1-31E82CD110FE}"/>
              </a:ext>
            </a:extLst>
          </p:cNvPr>
          <p:cNvSpPr/>
          <p:nvPr/>
        </p:nvSpPr>
        <p:spPr>
          <a:xfrm>
            <a:off x="3394036" y="2844310"/>
            <a:ext cx="2985745" cy="584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017148-85DA-C535-E6E9-BDB35C67CB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62" t="41194" r="47832" b="48524"/>
          <a:stretch/>
        </p:blipFill>
        <p:spPr>
          <a:xfrm>
            <a:off x="3058643" y="3168045"/>
            <a:ext cx="3061042" cy="70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39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F5BD-C13D-2605-0F14-423056130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Jan 2026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7188934-8E17-5C7F-3609-CD30E6CB4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41914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Alberta</a:t>
            </a:r>
          </a:p>
          <a:p>
            <a:r>
              <a:rPr lang="en-US" dirty="0"/>
              <a:t>Berkeley National Lab</a:t>
            </a:r>
          </a:p>
          <a:p>
            <a:r>
              <a:rPr lang="en-US" dirty="0"/>
              <a:t>UC Berkeley</a:t>
            </a:r>
          </a:p>
          <a:p>
            <a:r>
              <a:rPr lang="en-US" dirty="0"/>
              <a:t>Kings</a:t>
            </a:r>
          </a:p>
          <a:p>
            <a:r>
              <a:rPr lang="en-US" dirty="0" err="1"/>
              <a:t>Triumf</a:t>
            </a:r>
            <a:endParaRPr lang="en-US" dirty="0"/>
          </a:p>
          <a:p>
            <a:r>
              <a:rPr lang="en-US" dirty="0"/>
              <a:t>Queens</a:t>
            </a:r>
          </a:p>
          <a:p>
            <a:r>
              <a:rPr lang="en-US" dirty="0"/>
              <a:t>Sussex</a:t>
            </a:r>
          </a:p>
          <a:p>
            <a:r>
              <a:rPr lang="en-US" dirty="0"/>
              <a:t>Oxford</a:t>
            </a:r>
          </a:p>
          <a:p>
            <a:r>
              <a:rPr lang="en-US" dirty="0"/>
              <a:t>Penn</a:t>
            </a:r>
          </a:p>
          <a:p>
            <a:r>
              <a:rPr lang="en-US" dirty="0"/>
              <a:t>Laurentian</a:t>
            </a:r>
          </a:p>
          <a:p>
            <a:r>
              <a:rPr lang="en-US" dirty="0"/>
              <a:t>SNOLAB</a:t>
            </a:r>
          </a:p>
          <a:p>
            <a:r>
              <a:rPr lang="en-US" dirty="0"/>
              <a:t>BNL</a:t>
            </a:r>
          </a:p>
          <a:p>
            <a:r>
              <a:rPr lang="en-US" dirty="0"/>
              <a:t>UNAM</a:t>
            </a:r>
          </a:p>
          <a:p>
            <a:r>
              <a:rPr lang="en-US" dirty="0"/>
              <a:t>Dresden</a:t>
            </a:r>
          </a:p>
          <a:p>
            <a:r>
              <a:rPr lang="en-US" dirty="0"/>
              <a:t>Shandong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1DD63A37-1E9F-3921-700C-3C32853A5BBD}"/>
              </a:ext>
            </a:extLst>
          </p:cNvPr>
          <p:cNvSpPr txBox="1">
            <a:spLocks/>
          </p:cNvSpPr>
          <p:nvPr/>
        </p:nvSpPr>
        <p:spPr>
          <a:xfrm>
            <a:off x="7805057" y="1945368"/>
            <a:ext cx="33419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Removed:</a:t>
            </a:r>
          </a:p>
          <a:p>
            <a:r>
              <a:rPr lang="en-US" dirty="0"/>
              <a:t>Lancaster</a:t>
            </a:r>
          </a:p>
          <a:p>
            <a:r>
              <a:rPr lang="en-US" dirty="0"/>
              <a:t>Liverpool</a:t>
            </a:r>
          </a:p>
          <a:p>
            <a:r>
              <a:rPr lang="en-US" dirty="0"/>
              <a:t>Chicago</a:t>
            </a:r>
          </a:p>
          <a:p>
            <a:r>
              <a:rPr lang="en-US" dirty="0"/>
              <a:t>Boston</a:t>
            </a:r>
          </a:p>
          <a:p>
            <a:r>
              <a:rPr lang="en-US" dirty="0"/>
              <a:t>UC Davis</a:t>
            </a:r>
          </a:p>
        </p:txBody>
      </p:sp>
    </p:spTree>
    <p:extLst>
      <p:ext uri="{BB962C8B-B14F-4D97-AF65-F5344CB8AC3E}">
        <p14:creationId xmlns:p14="http://schemas.microsoft.com/office/powerpoint/2010/main" val="3964320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Picture 20" descr="University of Sussex | Brands of the World™ | Download vector logos and  logotypes">
            <a:extLst>
              <a:ext uri="{FF2B5EF4-FFF2-40B4-BE49-F238E27FC236}">
                <a16:creationId xmlns:a16="http://schemas.microsoft.com/office/drawing/2014/main" id="{81EA8CDF-A417-3DDD-5714-3499D52CC3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8" b="17513"/>
          <a:stretch>
            <a:fillRect/>
          </a:stretch>
        </p:blipFill>
        <p:spPr bwMode="auto">
          <a:xfrm>
            <a:off x="93592" y="5027602"/>
            <a:ext cx="2929085" cy="181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SNOLAB - Partner Institute - McDonald Institute">
            <a:extLst>
              <a:ext uri="{FF2B5EF4-FFF2-40B4-BE49-F238E27FC236}">
                <a16:creationId xmlns:a16="http://schemas.microsoft.com/office/drawing/2014/main" id="{75E305C0-E9F5-5003-6C68-382B1D6ED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0700" y="1693796"/>
            <a:ext cx="3096079" cy="163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Shandong University turns 120: Celebrating a legacy of innovation | Science  | AAAS">
            <a:extLst>
              <a:ext uri="{FF2B5EF4-FFF2-40B4-BE49-F238E27FC236}">
                <a16:creationId xmlns:a16="http://schemas.microsoft.com/office/drawing/2014/main" id="{4FF21B47-910C-71ED-3153-5631DE827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3" y="2570839"/>
            <a:ext cx="3545015" cy="153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King's College London logo square transparent PNG - StickPNG">
            <a:extLst>
              <a:ext uri="{FF2B5EF4-FFF2-40B4-BE49-F238E27FC236}">
                <a16:creationId xmlns:a16="http://schemas.microsoft.com/office/drawing/2014/main" id="{950258E1-6605-5B1F-92C4-FB3B0D52AD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00" t="8805" r="27484" b="8897"/>
          <a:stretch>
            <a:fillRect/>
          </a:stretch>
        </p:blipFill>
        <p:spPr bwMode="auto">
          <a:xfrm>
            <a:off x="4171179" y="3323939"/>
            <a:ext cx="1756545" cy="170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iversity of Alberta">
            <a:extLst>
              <a:ext uri="{FF2B5EF4-FFF2-40B4-BE49-F238E27FC236}">
                <a16:creationId xmlns:a16="http://schemas.microsoft.com/office/drawing/2014/main" id="{41634EDE-7A51-D7D8-1E3E-319771FA1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1" y="-40139"/>
            <a:ext cx="3648352" cy="190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Berkeley Lab Brand">
            <a:extLst>
              <a:ext uri="{FF2B5EF4-FFF2-40B4-BE49-F238E27FC236}">
                <a16:creationId xmlns:a16="http://schemas.microsoft.com/office/drawing/2014/main" id="{4327AD2E-425B-D28B-2EEE-4C1EA24B2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0" y="1580641"/>
            <a:ext cx="4038599" cy="110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IP - Início">
            <a:extLst>
              <a:ext uri="{FF2B5EF4-FFF2-40B4-BE49-F238E27FC236}">
                <a16:creationId xmlns:a16="http://schemas.microsoft.com/office/drawing/2014/main" id="{602433BE-EC62-9934-DBD4-750ED7564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235" y="5204138"/>
            <a:ext cx="2196964" cy="148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UC Berkeley Logo, symbol, meaning, history, PNG, brand">
            <a:extLst>
              <a:ext uri="{FF2B5EF4-FFF2-40B4-BE49-F238E27FC236}">
                <a16:creationId xmlns:a16="http://schemas.microsoft.com/office/drawing/2014/main" id="{C97EA02A-9DC7-03C6-91E6-DD702D17A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82" y="3429000"/>
            <a:ext cx="3638648" cy="204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rand Kit | TRIUMF – Canada's Particle Accelerator Centre – TRIUMF">
            <a:extLst>
              <a:ext uri="{FF2B5EF4-FFF2-40B4-BE49-F238E27FC236}">
                <a16:creationId xmlns:a16="http://schemas.microsoft.com/office/drawing/2014/main" id="{153ED3E3-58D9-7D33-6CB3-1621C7C7D5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761" y="3601048"/>
            <a:ext cx="4038599" cy="73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Queen's Logo | Queen's Encyclopedia">
            <a:extLst>
              <a:ext uri="{FF2B5EF4-FFF2-40B4-BE49-F238E27FC236}">
                <a16:creationId xmlns:a16="http://schemas.microsoft.com/office/drawing/2014/main" id="{AEB70865-352E-7E60-75C0-C041EBF47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876" y="-14598"/>
            <a:ext cx="3096078" cy="235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niversity Of Oxford Logo PNG Images - CleanPNG">
            <a:extLst>
              <a:ext uri="{FF2B5EF4-FFF2-40B4-BE49-F238E27FC236}">
                <a16:creationId xmlns:a16="http://schemas.microsoft.com/office/drawing/2014/main" id="{FC0CBA7B-6762-C115-D13E-D8E371AB6C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55" t="16596" r="10795" b="10737"/>
          <a:stretch>
            <a:fillRect/>
          </a:stretch>
        </p:blipFill>
        <p:spPr bwMode="auto">
          <a:xfrm>
            <a:off x="9825061" y="4622767"/>
            <a:ext cx="2218873" cy="207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University of Pennsylvania | King's College London">
            <a:extLst>
              <a:ext uri="{FF2B5EF4-FFF2-40B4-BE49-F238E27FC236}">
                <a16:creationId xmlns:a16="http://schemas.microsoft.com/office/drawing/2014/main" id="{71BC6DF4-8764-8480-894A-30CF9163E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214" y="2068646"/>
            <a:ext cx="3218346" cy="105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Laurentian University - Ontario Virtual School">
            <a:extLst>
              <a:ext uri="{FF2B5EF4-FFF2-40B4-BE49-F238E27FC236}">
                <a16:creationId xmlns:a16="http://schemas.microsoft.com/office/drawing/2014/main" id="{BACC7277-F2D9-8556-47AB-4F94F8C8B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267" y="5267286"/>
            <a:ext cx="4215210" cy="907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BNL | Brand Center | Logo">
            <a:extLst>
              <a:ext uri="{FF2B5EF4-FFF2-40B4-BE49-F238E27FC236}">
                <a16:creationId xmlns:a16="http://schemas.microsoft.com/office/drawing/2014/main" id="{50AFF334-406A-1BCA-3668-CEF3BE8B2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3283" y="111891"/>
            <a:ext cx="2040593" cy="137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UNAM Logo and symbol, meaning, history, PNG, brand">
            <a:extLst>
              <a:ext uri="{FF2B5EF4-FFF2-40B4-BE49-F238E27FC236}">
                <a16:creationId xmlns:a16="http://schemas.microsoft.com/office/drawing/2014/main" id="{2C63E33F-5D80-28A8-6C94-7C5AF8B32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620" y="3380141"/>
            <a:ext cx="2929085" cy="1647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Description of some logo of TU Dresden — TU Dresden — TU Dresden">
            <a:extLst>
              <a:ext uri="{FF2B5EF4-FFF2-40B4-BE49-F238E27FC236}">
                <a16:creationId xmlns:a16="http://schemas.microsoft.com/office/drawing/2014/main" id="{452DBE05-9689-EBB1-ACDD-185FC40C8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0700" y="49173"/>
            <a:ext cx="3250699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701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4138</TotalTime>
  <Words>29</Words>
  <Application>Microsoft Macintosh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Updated Jan 2026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Benjamin Tam</dc:creator>
  <cp:lastModifiedBy>Jeanne Wilson</cp:lastModifiedBy>
  <cp:revision>4</cp:revision>
  <cp:lastPrinted>2026-01-26T14:23:06Z</cp:lastPrinted>
  <dcterms:created xsi:type="dcterms:W3CDTF">2023-04-02T02:41:17Z</dcterms:created>
  <dcterms:modified xsi:type="dcterms:W3CDTF">2026-01-26T14:23:19Z</dcterms:modified>
</cp:coreProperties>
</file>